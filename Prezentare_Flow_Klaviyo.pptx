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Mapare Flow: After First Order</a:t>
            </a:r>
          </a:p>
        </p:txBody>
      </p:sp>
      <p:sp>
        <p:nvSpPr>
          <p:cNvPr id="3" name="Subtitle 2"/>
          <p:cNvSpPr>
            <a:spLocks noGrp="1"/>
          </p:cNvSpPr>
          <p:nvPr>
            <p:ph type="subTitle" idx="1"/>
          </p:nvPr>
        </p:nvSpPr>
        <p:spPr/>
        <p:txBody>
          <a:bodyPr/>
          <a:lstStyle/>
          <a:p>
            <a:r>
              <a:t>Analiza Omnichannel: Klaviyo &amp; Trengo (WhatsApp)</a:t>
            </a:r>
          </a:p>
          <a:p>
            <a:r>
              <a:t>Pentru echipa Zitamine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Declanșatorul (Trigger-ul)</a:t>
            </a:r>
          </a:p>
        </p:txBody>
      </p:sp>
      <p:sp>
        <p:nvSpPr>
          <p:cNvPr id="3" name="Content Placeholder 2"/>
          <p:cNvSpPr>
            <a:spLocks noGrp="1"/>
          </p:cNvSpPr>
          <p:nvPr>
            <p:ph idx="1"/>
          </p:nvPr>
        </p:nvSpPr>
        <p:spPr/>
        <p:txBody>
          <a:bodyPr/>
          <a:lstStyle/>
          <a:p>
            <a:r>
              <a:t>Acțiunea Imediată după Cumpărare</a:t>
            </a:r>
          </a:p>
          <a:p>
            <a:r>
              <a:t>• Cine intră: Placed Order equals 1 (doar prima comandă)</a:t>
            </a:r>
          </a:p>
          <a:p>
            <a:r>
              <a:t>• Se face un split inteligent între clienți OTP (Comandă singulară) și SUB (Abonați).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Onboarding: OTP vs Abonat (WhatsApp)</a:t>
            </a:r>
          </a:p>
        </p:txBody>
      </p:sp>
      <p:sp>
        <p:nvSpPr>
          <p:cNvPr id="3" name="Content Placeholder 2"/>
          <p:cNvSpPr>
            <a:spLocks noGrp="1"/>
          </p:cNvSpPr>
          <p:nvPr>
            <p:ph idx="1"/>
          </p:nvPr>
        </p:nvSpPr>
        <p:spPr/>
        <p:txBody>
          <a:bodyPr/>
          <a:lstStyle/>
          <a:p>
            <a:r>
              <a:t>Asistența Medicală ajunge direct pe telefon:</a:t>
            </a:r>
          </a:p>
          <a:p>
            <a:pPr>
              <a:defRPr sz="1200"/>
            </a:pPr>
            <a:r>
              <a:t>OTP: "Dragă [Nume], Îți mulțumim că faci parte din comunitatea Zitamine 💙 Eu sunt Andreea și sunt medic și nutriționist în echipa Zitamine. Dacă ai orice întrebare, sau dacă dorești o consultație cu unul din nutriționiștii din echipă, dă-ne de veste. Mai jos ai acces la recomandarea ta de Zitamine, în cazul în care vrei să o vezi sau vei avea nevoie să repeți comanda: [Link]. O zi veselă și nu uita să mănânci fructe🍎 și legume🥦! Andreea"</a:t>
            </a:r>
          </a:p>
          <a:p>
            <a:pPr>
              <a:defRPr sz="1200"/>
            </a:pPr>
            <a:r>
              <a:t>SUB: "Dragă [Nume], Îți mulțumim că faci parte din comunitatea Zitamine 💙 Eu sunt Andreea și sunt medic și nutriționist în echipa Zitamine. Dacă ai orice întrebare, sau dacă dorești o consultație cu unul din nutriționiștii din echipă, dă-ne de veste. Mai jos ai acces la recomandarea ta de Zitamine, în cazul în care vrei să o vezi sau dorești să aduci modificări abonamentului tău: [Link]. O zi veselă și nu uita să mănânci fructe🍎 și legume🥦! Andreea"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Nurturing prin Email (Zilele următoare)</a:t>
            </a:r>
          </a:p>
        </p:txBody>
      </p:sp>
      <p:sp>
        <p:nvSpPr>
          <p:cNvPr id="3" name="Content Placeholder 2"/>
          <p:cNvSpPr>
            <a:spLocks noGrp="1"/>
          </p:cNvSpPr>
          <p:nvPr>
            <p:ph idx="1"/>
          </p:nvPr>
        </p:nvSpPr>
        <p:spPr/>
        <p:txBody>
          <a:bodyPr/>
          <a:lstStyle/>
          <a:p>
            <a:r>
              <a:t>Seria de 'Trust':</a:t>
            </a:r>
          </a:p>
          <a:p>
            <a:r>
              <a:t>• Trust 1: '5 lucruri pe care e bine să le știi despre vitaMINE'</a:t>
            </a:r>
          </a:p>
          <a:p>
            <a:r>
              <a:t>• Trust 2: '3 lucuri importante despre planul tău de suplimente'</a:t>
            </a:r>
          </a:p>
          <a:p>
            <a:r>
              <a:t>Educația post-vânzare este cheia construirii obiceiului sănătos pe parcursul primelor 2 săptămâni.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Retenția: Seria 'Repetă Comanda' (Doar OTP)</a:t>
            </a:r>
          </a:p>
        </p:txBody>
      </p:sp>
      <p:sp>
        <p:nvSpPr>
          <p:cNvPr id="3" name="Content Placeholder 2"/>
          <p:cNvSpPr>
            <a:spLocks noGrp="1"/>
          </p:cNvSpPr>
          <p:nvPr>
            <p:ph idx="1"/>
          </p:nvPr>
        </p:nvSpPr>
        <p:spPr/>
        <p:txBody>
          <a:bodyPr/>
          <a:lstStyle/>
          <a:p>
            <a:r>
              <a:t>Strategia Multi-Touch pentru Winback:</a:t>
            </a:r>
          </a:p>
          <a:p>
            <a:r>
              <a:t>• Pas 1 (Email): Mai ai 3 zile să comanzi următoarea cutie.</a:t>
            </a:r>
          </a:p>
          <a:p>
            <a:r>
              <a:t>• Pas 2 (Email): Avantajele abonamentului (Discount progresiv).</a:t>
            </a:r>
          </a:p>
          <a:p>
            <a:pPr>
              <a:defRPr sz="1400"/>
            </a:pPr>
            <a:r>
              <a:t>• Pas 3 (WhatsApp): "Bună [Nume], Sunt Ioana de la Zitamine. Îți scriu să te întreb dacă vrei să repeți comanda ta de vitamine naturale. (Studiile recomandă o cură de 3-6 luni pentru a maximiza efectele vitaminelor). Dacă ai întrebări, îți răspundem cu drag. O zi frumoasă!" (+ Butoane interactive: Repet comanda / Nu acum)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Joncțiunea Comună: Flow Medical Lung</a:t>
            </a:r>
          </a:p>
        </p:txBody>
      </p:sp>
      <p:sp>
        <p:nvSpPr>
          <p:cNvPr id="3" name="Content Placeholder 2"/>
          <p:cNvSpPr>
            <a:spLocks noGrp="1"/>
          </p:cNvSpPr>
          <p:nvPr>
            <p:ph idx="1"/>
          </p:nvPr>
        </p:nvSpPr>
        <p:spPr/>
        <p:txBody>
          <a:bodyPr/>
          <a:lstStyle/>
          <a:p>
            <a:r>
              <a:t>Clienții (și OTP și SUB) intră în seria de reactivare medicală:</a:t>
            </a:r>
          </a:p>
          <a:p>
            <a:r>
              <a:t>• Campanie_nu_pot_să_dorm</a:t>
            </a:r>
          </a:p>
          <a:p>
            <a:r>
              <a:t>• Campanie Balonare</a:t>
            </a:r>
          </a:p>
          <a:p>
            <a:r>
              <a:t>• Exercițiu de respirație</a:t>
            </a:r>
          </a:p>
          <a:p>
            <a:r>
              <a:t>• Programează o discuție gratuită cu un nutriționist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Checkup Final &amp; Exit (WhatsApp)</a:t>
            </a:r>
          </a:p>
        </p:txBody>
      </p:sp>
      <p:sp>
        <p:nvSpPr>
          <p:cNvPr id="3" name="Content Placeholder 2"/>
          <p:cNvSpPr>
            <a:spLocks noGrp="1"/>
          </p:cNvSpPr>
          <p:nvPr>
            <p:ph idx="1"/>
          </p:nvPr>
        </p:nvSpPr>
        <p:spPr/>
        <p:txBody>
          <a:bodyPr/>
          <a:lstStyle/>
          <a:p>
            <a:r>
              <a:t>Ultimul touch-point vizează recompletarea profilului metabolic:</a:t>
            </a:r>
          </a:p>
          <a:p>
            <a:pPr>
              <a:defRPr sz="1400"/>
            </a:pPr>
            <a:r>
              <a:t>• Mesaj WhatsApp: "Dragă [Nume], A trecut ceva timp de când ai completat chestionarul Zitamine. Obiceiurile și nevoile noastre se schimbă așa că te încurajăm să îl completezi din nou și să faci primul pas spre un stil de viață sănătos. Dacă ai un set de analize la îndemână, încarcă PDF-ul și în 1-2 zile vei primi un răspuns de la noi: [Link]"</a:t>
            </a:r>
          </a:p>
          <a:p>
            <a:r>
              <a:t>• Profilul clientului este updatat pe 'Completed_Flow' și se execută ieșirea din sistem.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